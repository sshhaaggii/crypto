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83" r:id="rId4"/>
    <p:sldId id="284" r:id="rId5"/>
    <p:sldId id="259" r:id="rId6"/>
    <p:sldId id="260" r:id="rId7"/>
    <p:sldId id="261" r:id="rId8"/>
    <p:sldId id="272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EE0"/>
    <a:srgbClr val="7BE1D3"/>
    <a:srgbClr val="FFFFFF"/>
    <a:srgbClr val="FCFCFC"/>
    <a:srgbClr val="78E1D2"/>
    <a:srgbClr val="F0FCFA"/>
    <a:srgbClr val="E0FF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294F8F-43BE-442D-B5E2-3003BBB6D837}" v="52" dt="2026-10-19T16:26:42.3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8799" autoAdjust="0"/>
    <p:restoredTop sz="92669" autoAdjust="0"/>
  </p:normalViewPr>
  <p:slideViewPr>
    <p:cSldViewPr snapToGrid="0">
      <p:cViewPr>
        <p:scale>
          <a:sx n="75" d="100"/>
          <a:sy n="75" d="100"/>
        </p:scale>
        <p:origin x="5" y="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githiyan N" userId="63cdfa68b34d719e" providerId="LiveId" clId="{34E4B451-341A-434C-A8B6-3360B223977D}"/>
    <pc:docChg chg="undo custSel addSld delSld modSld">
      <pc:chgData name="Shagithiyan N" userId="63cdfa68b34d719e" providerId="LiveId" clId="{34E4B451-341A-434C-A8B6-3360B223977D}" dt="2026-10-19T16:31:02.261" v="942" actId="20577"/>
      <pc:docMkLst>
        <pc:docMk/>
      </pc:docMkLst>
      <pc:sldChg chg="modSp mod">
        <pc:chgData name="Shagithiyan N" userId="63cdfa68b34d719e" providerId="LiveId" clId="{34E4B451-341A-434C-A8B6-3360B223977D}" dt="2026-10-19T16:31:02.261" v="942" actId="20577"/>
        <pc:sldMkLst>
          <pc:docMk/>
          <pc:sldMk cId="0" sldId="256"/>
        </pc:sldMkLst>
        <pc:spChg chg="mod">
          <ac:chgData name="Shagithiyan N" userId="63cdfa68b34d719e" providerId="LiveId" clId="{34E4B451-341A-434C-A8B6-3360B223977D}" dt="2026-10-19T13:58:26.113" v="146" actId="1076"/>
          <ac:spMkLst>
            <pc:docMk/>
            <pc:sldMk cId="0" sldId="256"/>
            <ac:spMk id="2" creationId="{9AF2C0D8-3EBF-44A7-BF25-AC111EF93C79}"/>
          </ac:spMkLst>
        </pc:spChg>
        <pc:spChg chg="mod">
          <ac:chgData name="Shagithiyan N" userId="63cdfa68b34d719e" providerId="LiveId" clId="{34E4B451-341A-434C-A8B6-3360B223977D}" dt="2026-10-19T13:58:19.785" v="145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Shagithiyan N" userId="63cdfa68b34d719e" providerId="LiveId" clId="{34E4B451-341A-434C-A8B6-3360B223977D}" dt="2026-10-19T13:59:25.308" v="197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Shagithiyan N" userId="63cdfa68b34d719e" providerId="LiveId" clId="{34E4B451-341A-434C-A8B6-3360B223977D}" dt="2026-10-19T16:31:02.261" v="942" actId="20577"/>
          <ac:spMkLst>
            <pc:docMk/>
            <pc:sldMk cId="0" sldId="256"/>
            <ac:spMk id="12" creationId="{00000000-0000-0000-0000-000000000000}"/>
          </ac:spMkLst>
        </pc:spChg>
      </pc:sldChg>
      <pc:sldChg chg="addSp delSp modSp mod">
        <pc:chgData name="Shagithiyan N" userId="63cdfa68b34d719e" providerId="LiveId" clId="{34E4B451-341A-434C-A8B6-3360B223977D}" dt="2026-10-19T14:23:23.316" v="281" actId="20577"/>
        <pc:sldMkLst>
          <pc:docMk/>
          <pc:sldMk cId="0" sldId="257"/>
        </pc:sldMkLst>
        <pc:spChg chg="add del mod">
          <ac:chgData name="Shagithiyan N" userId="63cdfa68b34d719e" providerId="LiveId" clId="{34E4B451-341A-434C-A8B6-3360B223977D}" dt="2026-10-19T14:23:23.316" v="281" actId="20577"/>
          <ac:spMkLst>
            <pc:docMk/>
            <pc:sldMk cId="0" sldId="257"/>
            <ac:spMk id="5" creationId="{DAF47DFD-D9A4-A40F-171D-16C67C071E81}"/>
          </ac:spMkLst>
        </pc:spChg>
      </pc:sldChg>
      <pc:sldChg chg="modSp mod">
        <pc:chgData name="Shagithiyan N" userId="63cdfa68b34d719e" providerId="LiveId" clId="{34E4B451-341A-434C-A8B6-3360B223977D}" dt="2026-10-19T15:15:11.827" v="498" actId="20577"/>
        <pc:sldMkLst>
          <pc:docMk/>
          <pc:sldMk cId="0" sldId="259"/>
        </pc:sldMkLst>
        <pc:spChg chg="mod">
          <ac:chgData name="Shagithiyan N" userId="63cdfa68b34d719e" providerId="LiveId" clId="{34E4B451-341A-434C-A8B6-3360B223977D}" dt="2026-10-19T15:14:31.763" v="490" actId="20577"/>
          <ac:spMkLst>
            <pc:docMk/>
            <pc:sldMk cId="0" sldId="259"/>
            <ac:spMk id="6" creationId="{4877A397-0C67-2FC4-E17B-B714154B7F30}"/>
          </ac:spMkLst>
        </pc:spChg>
        <pc:spChg chg="mod">
          <ac:chgData name="Shagithiyan N" userId="63cdfa68b34d719e" providerId="LiveId" clId="{34E4B451-341A-434C-A8B6-3360B223977D}" dt="2026-10-19T15:15:11.827" v="498" actId="20577"/>
          <ac:spMkLst>
            <pc:docMk/>
            <pc:sldMk cId="0" sldId="259"/>
            <ac:spMk id="7" creationId="{CE599904-4954-0E45-8A47-C5E6EFA43CEF}"/>
          </ac:spMkLst>
        </pc:spChg>
      </pc:sldChg>
      <pc:sldChg chg="delSp modSp mod">
        <pc:chgData name="Shagithiyan N" userId="63cdfa68b34d719e" providerId="LiveId" clId="{34E4B451-341A-434C-A8B6-3360B223977D}" dt="2026-10-19T15:27:06.082" v="772" actId="1076"/>
        <pc:sldMkLst>
          <pc:docMk/>
          <pc:sldMk cId="0" sldId="260"/>
        </pc:sldMkLst>
        <pc:spChg chg="mod">
          <ac:chgData name="Shagithiyan N" userId="63cdfa68b34d719e" providerId="LiveId" clId="{34E4B451-341A-434C-A8B6-3360B223977D}" dt="2026-10-19T15:25:57.587" v="765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Shagithiyan N" userId="63cdfa68b34d719e" providerId="LiveId" clId="{34E4B451-341A-434C-A8B6-3360B223977D}" dt="2026-10-19T15:27:06.082" v="772" actId="1076"/>
          <ac:spMkLst>
            <pc:docMk/>
            <pc:sldMk cId="0" sldId="260"/>
            <ac:spMk id="3" creationId="{00000000-0000-0000-0000-000000000000}"/>
          </ac:spMkLst>
        </pc:spChg>
        <pc:picChg chg="del">
          <ac:chgData name="Shagithiyan N" userId="63cdfa68b34d719e" providerId="LiveId" clId="{34E4B451-341A-434C-A8B6-3360B223977D}" dt="2026-10-19T15:21:59.993" v="501" actId="478"/>
          <ac:picMkLst>
            <pc:docMk/>
            <pc:sldMk cId="0" sldId="260"/>
            <ac:picMk id="7" creationId="{887B81A6-7D94-8025-3A9C-BD91E1C15F66}"/>
          </ac:picMkLst>
        </pc:picChg>
      </pc:sldChg>
      <pc:sldChg chg="addSp delSp modSp mod">
        <pc:chgData name="Shagithiyan N" userId="63cdfa68b34d719e" providerId="LiveId" clId="{34E4B451-341A-434C-A8B6-3360B223977D}" dt="2026-10-19T16:01:43.276" v="833" actId="14100"/>
        <pc:sldMkLst>
          <pc:docMk/>
          <pc:sldMk cId="0" sldId="261"/>
        </pc:sldMkLst>
        <pc:spChg chg="mod">
          <ac:chgData name="Shagithiyan N" userId="63cdfa68b34d719e" providerId="LiveId" clId="{34E4B451-341A-434C-A8B6-3360B223977D}" dt="2026-10-19T15:27:14.290" v="773" actId="20577"/>
          <ac:spMkLst>
            <pc:docMk/>
            <pc:sldMk cId="0" sldId="261"/>
            <ac:spMk id="2" creationId="{00000000-0000-0000-0000-000000000000}"/>
          </ac:spMkLst>
        </pc:spChg>
        <pc:spChg chg="mod">
          <ac:chgData name="Shagithiyan N" userId="63cdfa68b34d719e" providerId="LiveId" clId="{34E4B451-341A-434C-A8B6-3360B223977D}" dt="2026-10-19T15:41:28.137" v="801" actId="27636"/>
          <ac:spMkLst>
            <pc:docMk/>
            <pc:sldMk cId="0" sldId="261"/>
            <ac:spMk id="3" creationId="{00000000-0000-0000-0000-000000000000}"/>
          </ac:spMkLst>
        </pc:spChg>
        <pc:picChg chg="del">
          <ac:chgData name="Shagithiyan N" userId="63cdfa68b34d719e" providerId="LiveId" clId="{34E4B451-341A-434C-A8B6-3360B223977D}" dt="2026-10-19T15:27:23.220" v="774" actId="478"/>
          <ac:picMkLst>
            <pc:docMk/>
            <pc:sldMk cId="0" sldId="261"/>
            <ac:picMk id="7" creationId="{09D1B9F4-49B0-51CD-8A63-FFC266D1A7D1}"/>
          </ac:picMkLst>
        </pc:picChg>
        <pc:picChg chg="add del">
          <ac:chgData name="Shagithiyan N" userId="63cdfa68b34d719e" providerId="LiveId" clId="{34E4B451-341A-434C-A8B6-3360B223977D}" dt="2026-10-19T15:41:10.891" v="795" actId="478"/>
          <ac:picMkLst>
            <pc:docMk/>
            <pc:sldMk cId="0" sldId="261"/>
            <ac:picMk id="8" creationId="{0A1476A0-5101-B474-B2A5-E3581D98CE03}"/>
          </ac:picMkLst>
        </pc:picChg>
        <pc:picChg chg="add del mod">
          <ac:chgData name="Shagithiyan N" userId="63cdfa68b34d719e" providerId="LiveId" clId="{34E4B451-341A-434C-A8B6-3360B223977D}" dt="2026-10-19T16:01:02.757" v="826" actId="478"/>
          <ac:picMkLst>
            <pc:docMk/>
            <pc:sldMk cId="0" sldId="261"/>
            <ac:picMk id="10" creationId="{F94C6705-7598-5B4C-2BC8-1A361FD1AB97}"/>
          </ac:picMkLst>
        </pc:picChg>
        <pc:picChg chg="add del">
          <ac:chgData name="Shagithiyan N" userId="63cdfa68b34d719e" providerId="LiveId" clId="{34E4B451-341A-434C-A8B6-3360B223977D}" dt="2026-10-19T16:01:04.903" v="828" actId="478"/>
          <ac:picMkLst>
            <pc:docMk/>
            <pc:sldMk cId="0" sldId="261"/>
            <ac:picMk id="12" creationId="{41E12B51-D2C1-44C1-D64A-65F02BAA81C8}"/>
          </ac:picMkLst>
        </pc:picChg>
        <pc:picChg chg="add mod">
          <ac:chgData name="Shagithiyan N" userId="63cdfa68b34d719e" providerId="LiveId" clId="{34E4B451-341A-434C-A8B6-3360B223977D}" dt="2026-10-19T16:01:43.276" v="833" actId="14100"/>
          <ac:picMkLst>
            <pc:docMk/>
            <pc:sldMk cId="0" sldId="261"/>
            <ac:picMk id="14" creationId="{E9FD2CB7-5031-031B-7749-7800870C734C}"/>
          </ac:picMkLst>
        </pc:picChg>
      </pc:sldChg>
      <pc:sldChg chg="modSp mod">
        <pc:chgData name="Shagithiyan N" userId="63cdfa68b34d719e" providerId="LiveId" clId="{34E4B451-341A-434C-A8B6-3360B223977D}" dt="2026-10-19T16:26:42.372" v="937" actId="1076"/>
        <pc:sldMkLst>
          <pc:docMk/>
          <pc:sldMk cId="0" sldId="264"/>
        </pc:sldMkLst>
        <pc:spChg chg="mod">
          <ac:chgData name="Shagithiyan N" userId="63cdfa68b34d719e" providerId="LiveId" clId="{34E4B451-341A-434C-A8B6-3360B223977D}" dt="2026-10-19T16:26:42.372" v="937" actId="1076"/>
          <ac:spMkLst>
            <pc:docMk/>
            <pc:sldMk cId="0" sldId="264"/>
            <ac:spMk id="3" creationId="{55A86E62-D492-23AC-F37C-7533DFB6F81D}"/>
          </ac:spMkLst>
        </pc:spChg>
      </pc:sldChg>
      <pc:sldChg chg="del">
        <pc:chgData name="Shagithiyan N" userId="63cdfa68b34d719e" providerId="LiveId" clId="{34E4B451-341A-434C-A8B6-3360B223977D}" dt="2026-10-19T16:22:55.933" v="923" actId="47"/>
        <pc:sldMkLst>
          <pc:docMk/>
          <pc:sldMk cId="0" sldId="269"/>
        </pc:sldMkLst>
      </pc:sldChg>
      <pc:sldChg chg="addSp delSp modSp del mod">
        <pc:chgData name="Shagithiyan N" userId="63cdfa68b34d719e" providerId="LiveId" clId="{34E4B451-341A-434C-A8B6-3360B223977D}" dt="2026-10-19T16:22:48.530" v="922" actId="47"/>
        <pc:sldMkLst>
          <pc:docMk/>
          <pc:sldMk cId="0" sldId="270"/>
        </pc:sldMkLst>
        <pc:spChg chg="mod">
          <ac:chgData name="Shagithiyan N" userId="63cdfa68b34d719e" providerId="LiveId" clId="{34E4B451-341A-434C-A8B6-3360B223977D}" dt="2026-10-19T16:22:19.494" v="921" actId="5793"/>
          <ac:spMkLst>
            <pc:docMk/>
            <pc:sldMk cId="0" sldId="270"/>
            <ac:spMk id="2" creationId="{00000000-0000-0000-0000-000000000000}"/>
          </ac:spMkLst>
        </pc:spChg>
        <pc:picChg chg="del">
          <ac:chgData name="Shagithiyan N" userId="63cdfa68b34d719e" providerId="LiveId" clId="{34E4B451-341A-434C-A8B6-3360B223977D}" dt="2026-10-19T16:17:09.839" v="879" actId="478"/>
          <ac:picMkLst>
            <pc:docMk/>
            <pc:sldMk cId="0" sldId="270"/>
            <ac:picMk id="8" creationId="{6A98EE9A-6BE3-7326-4D3D-7860C6C06CE1}"/>
          </ac:picMkLst>
        </pc:picChg>
        <pc:picChg chg="add del mod">
          <ac:chgData name="Shagithiyan N" userId="63cdfa68b34d719e" providerId="LiveId" clId="{34E4B451-341A-434C-A8B6-3360B223977D}" dt="2026-10-19T16:21:34.672" v="883" actId="21"/>
          <ac:picMkLst>
            <pc:docMk/>
            <pc:sldMk cId="0" sldId="270"/>
            <ac:picMk id="9" creationId="{FBE6ED97-2C05-0CB9-4C9A-7DA5579210C5}"/>
          </ac:picMkLst>
        </pc:picChg>
        <pc:picChg chg="add del mod modCrop">
          <ac:chgData name="Shagithiyan N" userId="63cdfa68b34d719e" providerId="LiveId" clId="{34E4B451-341A-434C-A8B6-3360B223977D}" dt="2026-10-19T16:22:01.490" v="887" actId="478"/>
          <ac:picMkLst>
            <pc:docMk/>
            <pc:sldMk cId="0" sldId="270"/>
            <ac:picMk id="11" creationId="{DFFC955C-39FE-9570-1900-A86D1B2F10DF}"/>
          </ac:picMkLst>
        </pc:picChg>
      </pc:sldChg>
      <pc:sldChg chg="modSp mod">
        <pc:chgData name="Shagithiyan N" userId="63cdfa68b34d719e" providerId="LiveId" clId="{34E4B451-341A-434C-A8B6-3360B223977D}" dt="2026-10-19T16:25:12.490" v="931" actId="1076"/>
        <pc:sldMkLst>
          <pc:docMk/>
          <pc:sldMk cId="0" sldId="272"/>
        </pc:sldMkLst>
        <pc:spChg chg="mod">
          <ac:chgData name="Shagithiyan N" userId="63cdfa68b34d719e" providerId="LiveId" clId="{34E4B451-341A-434C-A8B6-3360B223977D}" dt="2026-10-19T16:25:12.490" v="931" actId="1076"/>
          <ac:spMkLst>
            <pc:docMk/>
            <pc:sldMk cId="0" sldId="272"/>
            <ac:spMk id="4" creationId="{72B0D0C4-E5BB-6924-36E2-0CC5EB82BBCF}"/>
          </ac:spMkLst>
        </pc:spChg>
      </pc:sldChg>
      <pc:sldChg chg="addSp delSp modSp mod">
        <pc:chgData name="Shagithiyan N" userId="63cdfa68b34d719e" providerId="LiveId" clId="{34E4B451-341A-434C-A8B6-3360B223977D}" dt="2026-10-19T15:55:37.359" v="825" actId="1076"/>
        <pc:sldMkLst>
          <pc:docMk/>
          <pc:sldMk cId="2055027781" sldId="279"/>
        </pc:sldMkLst>
        <pc:spChg chg="mod">
          <ac:chgData name="Shagithiyan N" userId="63cdfa68b34d719e" providerId="LiveId" clId="{34E4B451-341A-434C-A8B6-3360B223977D}" dt="2026-10-19T15:43:04.585" v="807" actId="20577"/>
          <ac:spMkLst>
            <pc:docMk/>
            <pc:sldMk cId="2055027781" sldId="279"/>
            <ac:spMk id="2" creationId="{96481053-C930-A307-40CF-DC93C9B04E28}"/>
          </ac:spMkLst>
        </pc:spChg>
        <pc:spChg chg="mod">
          <ac:chgData name="Shagithiyan N" userId="63cdfa68b34d719e" providerId="LiveId" clId="{34E4B451-341A-434C-A8B6-3360B223977D}" dt="2026-10-19T15:49:18.263" v="819" actId="1076"/>
          <ac:spMkLst>
            <pc:docMk/>
            <pc:sldMk cId="2055027781" sldId="279"/>
            <ac:spMk id="3" creationId="{381F0498-D7FE-FBEB-D439-1E827A3F8EE4}"/>
          </ac:spMkLst>
        </pc:spChg>
        <pc:picChg chg="del">
          <ac:chgData name="Shagithiyan N" userId="63cdfa68b34d719e" providerId="LiveId" clId="{34E4B451-341A-434C-A8B6-3360B223977D}" dt="2026-10-19T15:43:10.136" v="808" actId="478"/>
          <ac:picMkLst>
            <pc:docMk/>
            <pc:sldMk cId="2055027781" sldId="279"/>
            <ac:picMk id="7" creationId="{373711AE-C228-5FAA-03AE-6346B3AB88E0}"/>
          </ac:picMkLst>
        </pc:picChg>
        <pc:picChg chg="add mod">
          <ac:chgData name="Shagithiyan N" userId="63cdfa68b34d719e" providerId="LiveId" clId="{34E4B451-341A-434C-A8B6-3360B223977D}" dt="2026-10-19T15:55:37.359" v="825" actId="1076"/>
          <ac:picMkLst>
            <pc:docMk/>
            <pc:sldMk cId="2055027781" sldId="279"/>
            <ac:picMk id="8" creationId="{ADE3B4D9-E0E3-5125-20F2-4D5274BE4D23}"/>
          </ac:picMkLst>
        </pc:picChg>
      </pc:sldChg>
      <pc:sldChg chg="delSp modSp mod">
        <pc:chgData name="Shagithiyan N" userId="63cdfa68b34d719e" providerId="LiveId" clId="{34E4B451-341A-434C-A8B6-3360B223977D}" dt="2026-10-19T15:03:25.201" v="391" actId="20577"/>
        <pc:sldMkLst>
          <pc:docMk/>
          <pc:sldMk cId="689939803" sldId="283"/>
        </pc:sldMkLst>
        <pc:spChg chg="mod">
          <ac:chgData name="Shagithiyan N" userId="63cdfa68b34d719e" providerId="LiveId" clId="{34E4B451-341A-434C-A8B6-3360B223977D}" dt="2026-10-19T15:03:25.201" v="391" actId="20577"/>
          <ac:spMkLst>
            <pc:docMk/>
            <pc:sldMk cId="689939803" sldId="283"/>
            <ac:spMk id="12" creationId="{CFF9E4EE-40CB-BAE8-A6E9-7493C9B7E494}"/>
          </ac:spMkLst>
        </pc:spChg>
        <pc:picChg chg="del">
          <ac:chgData name="Shagithiyan N" userId="63cdfa68b34d719e" providerId="LiveId" clId="{34E4B451-341A-434C-A8B6-3360B223977D}" dt="2026-10-19T14:29:15.851" v="373" actId="478"/>
          <ac:picMkLst>
            <pc:docMk/>
            <pc:sldMk cId="689939803" sldId="283"/>
            <ac:picMk id="5" creationId="{B78707D9-9258-2FE3-EFEA-0F1C022BF6C4}"/>
          </ac:picMkLst>
        </pc:picChg>
      </pc:sldChg>
      <pc:sldChg chg="modSp mod">
        <pc:chgData name="Shagithiyan N" userId="63cdfa68b34d719e" providerId="LiveId" clId="{34E4B451-341A-434C-A8B6-3360B223977D}" dt="2026-10-19T15:05:48.504" v="420" actId="20577"/>
        <pc:sldMkLst>
          <pc:docMk/>
          <pc:sldMk cId="2777871600" sldId="284"/>
        </pc:sldMkLst>
        <pc:spChg chg="mod">
          <ac:chgData name="Shagithiyan N" userId="63cdfa68b34d719e" providerId="LiveId" clId="{34E4B451-341A-434C-A8B6-3360B223977D}" dt="2026-10-19T15:05:48.504" v="420" actId="20577"/>
          <ac:spMkLst>
            <pc:docMk/>
            <pc:sldMk cId="2777871600" sldId="284"/>
            <ac:spMk id="3" creationId="{09EB58FD-DF01-2B80-5B84-B218FE08C11E}"/>
          </ac:spMkLst>
        </pc:spChg>
      </pc:sldChg>
      <pc:sldChg chg="addSp delSp modSp new mod">
        <pc:chgData name="Shagithiyan N" userId="63cdfa68b34d719e" providerId="LiveId" clId="{34E4B451-341A-434C-A8B6-3360B223977D}" dt="2026-10-19T16:16:57.115" v="878" actId="5793"/>
        <pc:sldMkLst>
          <pc:docMk/>
          <pc:sldMk cId="4126706343" sldId="285"/>
        </pc:sldMkLst>
        <pc:spChg chg="mod">
          <ac:chgData name="Shagithiyan N" userId="63cdfa68b34d719e" providerId="LiveId" clId="{34E4B451-341A-434C-A8B6-3360B223977D}" dt="2026-10-19T16:02:49.930" v="839" actId="20577"/>
          <ac:spMkLst>
            <pc:docMk/>
            <pc:sldMk cId="4126706343" sldId="285"/>
            <ac:spMk id="2" creationId="{3EB6F8AC-7A98-F55B-C07F-7BB1C7101217}"/>
          </ac:spMkLst>
        </pc:spChg>
        <pc:spChg chg="mod">
          <ac:chgData name="Shagithiyan N" userId="63cdfa68b34d719e" providerId="LiveId" clId="{34E4B451-341A-434C-A8B6-3360B223977D}" dt="2026-10-19T16:16:57.115" v="878" actId="5793"/>
          <ac:spMkLst>
            <pc:docMk/>
            <pc:sldMk cId="4126706343" sldId="285"/>
            <ac:spMk id="3" creationId="{2E20D6CC-CDB1-4215-2DF0-8C187B9B1D45}"/>
          </ac:spMkLst>
        </pc:spChg>
        <pc:spChg chg="add del mod">
          <ac:chgData name="Shagithiyan N" userId="63cdfa68b34d719e" providerId="LiveId" clId="{34E4B451-341A-434C-A8B6-3360B223977D}" dt="2026-10-19T16:08:29.459" v="856"/>
          <ac:spMkLst>
            <pc:docMk/>
            <pc:sldMk cId="4126706343" sldId="285"/>
            <ac:spMk id="9" creationId="{CE2D33A3-3939-4D8F-1F20-808AA9043DAE}"/>
          </ac:spMkLst>
        </pc:spChg>
        <pc:picChg chg="add">
          <ac:chgData name="Shagithiyan N" userId="63cdfa68b34d719e" providerId="LiveId" clId="{34E4B451-341A-434C-A8B6-3360B223977D}" dt="2026-10-19T16:03:03.042" v="840" actId="22"/>
          <ac:picMkLst>
            <pc:docMk/>
            <pc:sldMk cId="4126706343" sldId="285"/>
            <ac:picMk id="5" creationId="{14B09215-19C8-51A2-D0E4-E94B9AA21852}"/>
          </ac:picMkLst>
        </pc:picChg>
        <pc:picChg chg="add">
          <ac:chgData name="Shagithiyan N" userId="63cdfa68b34d719e" providerId="LiveId" clId="{34E4B451-341A-434C-A8B6-3360B223977D}" dt="2026-10-19T16:03:13.014" v="841" actId="22"/>
          <ac:picMkLst>
            <pc:docMk/>
            <pc:sldMk cId="4126706343" sldId="285"/>
            <ac:picMk id="7" creationId="{00EF615E-776A-D2F5-532D-A9B52470A533}"/>
          </ac:picMkLst>
        </pc:picChg>
        <pc:picChg chg="add del mod">
          <ac:chgData name="Shagithiyan N" userId="63cdfa68b34d719e" providerId="LiveId" clId="{34E4B451-341A-434C-A8B6-3360B223977D}" dt="2026-10-19T16:14:17.262" v="862" actId="478"/>
          <ac:picMkLst>
            <pc:docMk/>
            <pc:sldMk cId="4126706343" sldId="285"/>
            <ac:picMk id="11" creationId="{0BCFEAA9-ACD2-D4BF-773C-DF2A21084432}"/>
          </ac:picMkLst>
        </pc:picChg>
        <pc:picChg chg="add del">
          <ac:chgData name="Shagithiyan N" userId="63cdfa68b34d719e" providerId="LiveId" clId="{34E4B451-341A-434C-A8B6-3360B223977D}" dt="2026-10-19T16:14:20.066" v="864" actId="478"/>
          <ac:picMkLst>
            <pc:docMk/>
            <pc:sldMk cId="4126706343" sldId="285"/>
            <ac:picMk id="13" creationId="{B77419E5-D575-7AB4-185B-F269429629DE}"/>
          </ac:picMkLst>
        </pc:picChg>
        <pc:picChg chg="add del mod">
          <ac:chgData name="Shagithiyan N" userId="63cdfa68b34d719e" providerId="LiveId" clId="{34E4B451-341A-434C-A8B6-3360B223977D}" dt="2026-10-19T16:15:51.067" v="868" actId="478"/>
          <ac:picMkLst>
            <pc:docMk/>
            <pc:sldMk cId="4126706343" sldId="285"/>
            <ac:picMk id="15" creationId="{50DF86FB-F5A7-5D52-A279-C8A11B75960C}"/>
          </ac:picMkLst>
        </pc:picChg>
        <pc:picChg chg="add del">
          <ac:chgData name="Shagithiyan N" userId="63cdfa68b34d719e" providerId="LiveId" clId="{34E4B451-341A-434C-A8B6-3360B223977D}" dt="2026-10-19T16:15:54.476" v="870" actId="478"/>
          <ac:picMkLst>
            <pc:docMk/>
            <pc:sldMk cId="4126706343" sldId="285"/>
            <ac:picMk id="17" creationId="{B2F21049-771E-D028-4B8C-B36D988EB588}"/>
          </ac:picMkLst>
        </pc:picChg>
        <pc:picChg chg="add mod">
          <ac:chgData name="Shagithiyan N" userId="63cdfa68b34d719e" providerId="LiveId" clId="{34E4B451-341A-434C-A8B6-3360B223977D}" dt="2026-10-19T16:16:44.464" v="877" actId="1076"/>
          <ac:picMkLst>
            <pc:docMk/>
            <pc:sldMk cId="4126706343" sldId="285"/>
            <ac:picMk id="19" creationId="{83B7124B-DA61-1F8F-D881-77F48EC74F30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1T15:12:12.8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24575,'5'1'0,"1"0"0,-1 0 0,0 0 0,0 0 0,0 1 0,5 3 0,13 2 0,-3-1 0,41 12 0,0-3 0,2-2 0,101 7 0,219 6 0,-353-24 0,86 10 0,115 6 0,-67-14 0,204 32 0,39 19 0,449-1 0,1428-56 0,-2260 2 0,1-1 0,-1 2 0,41 5 0,-51 0 0,-16 1 0,-24 4 0,-65 12 0,-1-4 0,-136 10 0,136-19 0,-545 55 0,299-32 0,-245-2 0,-6-32 0,209-2 0,239 4 0,-158-3 0,265-3-1365,9-1-5461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1T15:12:35.935"/>
    </inkml:context>
    <inkml:brush xml:id="br0">
      <inkml:brushProperty name="width" value="0.3" units="cm"/>
      <inkml:brushProperty name="height" value="0.6" units="cm"/>
      <inkml:brushProperty name="color" value="#E6E6E6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1,'5'0,"2"5,-1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B1B08A-5419-4303-AA2B-1A08B1A3E744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2B1276-4593-4BBE-94CC-185781F648BA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B1276-4593-4BBE-94CC-185781F648B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48578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B1276-4593-4BBE-94CC-185781F648BA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874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9E896-D3B7-4C5D-8C72-08A82CAC0BB1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E9BA-617C-48CE-A082-5C0C6FBCD00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9E896-D3B7-4C5D-8C72-08A82CAC0BB1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E9BA-617C-48CE-A082-5C0C6FBCD00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9E896-D3B7-4C5D-8C72-08A82CAC0BB1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E9BA-617C-48CE-A082-5C0C6FBCD00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9E896-D3B7-4C5D-8C72-08A82CAC0BB1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E9BA-617C-48CE-A082-5C0C6FBCD00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9E896-D3B7-4C5D-8C72-08A82CAC0BB1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E9BA-617C-48CE-A082-5C0C6FBCD00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9E896-D3B7-4C5D-8C72-08A82CAC0BB1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E9BA-617C-48CE-A082-5C0C6FBCD00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9E896-D3B7-4C5D-8C72-08A82CAC0BB1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E9BA-617C-48CE-A082-5C0C6FBCD00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479E896-D3B7-4C5D-8C72-08A82CAC0BB1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46EE9BA-617C-48CE-A082-5C0C6FBCD00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9E896-D3B7-4C5D-8C72-08A82CAC0BB1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E9BA-617C-48CE-A082-5C0C6FBCD00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9E896-D3B7-4C5D-8C72-08A82CAC0BB1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E9BA-617C-48CE-A082-5C0C6FBCD00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9E896-D3B7-4C5D-8C72-08A82CAC0BB1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EE9BA-617C-48CE-A082-5C0C6FBCD00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479E896-D3B7-4C5D-8C72-08A82CAC0BB1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46EE9BA-617C-48CE-A082-5C0C6FBCD003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jpeg"/><Relationship Id="rId7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4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7052" y="430784"/>
            <a:ext cx="11334750" cy="1143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50423" y="5095153"/>
            <a:ext cx="609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400" b="1" spc="-10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Supervisor</a:t>
            </a:r>
            <a:endParaRPr lang="en-US" sz="2400" dirty="0">
              <a:latin typeface="Algerian" panose="04020705040A02060702" pitchFamily="82" charset="0"/>
              <a:cs typeface="Times New Roman" panose="02020603050405020304" pitchFamily="18" charset="0"/>
            </a:endParaRPr>
          </a:p>
          <a:p>
            <a:pPr marL="12700" marR="475615">
              <a:lnSpc>
                <a:spcPct val="100000"/>
              </a:lnSpc>
              <a:spcBef>
                <a:spcPts val="30"/>
              </a:spcBef>
            </a:pPr>
            <a:r>
              <a:rPr lang="en-US" sz="18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.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Sivasankar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chandrasekaran</a:t>
            </a:r>
            <a:endParaRPr lang="en-US" sz="1800" b="1"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552918" y="4544434"/>
            <a:ext cx="6096000" cy="1041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400" b="1" spc="-10" dirty="0">
                <a:solidFill>
                  <a:srgbClr val="FF0000"/>
                </a:solidFill>
                <a:latin typeface="Algerian" panose="04020705040A02060702" pitchFamily="82" charset="0"/>
                <a:cs typeface="Calibri" panose="020F0502020204030204"/>
              </a:rPr>
              <a:t>PRESENTED By</a:t>
            </a:r>
            <a:endParaRPr lang="en-US" sz="18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SHAGITHIYAN N(192324259)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18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F2C0D8-3EBF-44A7-BF25-AC111EF93C79}"/>
              </a:ext>
            </a:extLst>
          </p:cNvPr>
          <p:cNvSpPr txBox="1"/>
          <p:nvPr/>
        </p:nvSpPr>
        <p:spPr>
          <a:xfrm>
            <a:off x="1805762" y="1901498"/>
            <a:ext cx="85804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CSA5112 – CRYPTOGRAPHY AND NETWORK SECURITY</a:t>
            </a:r>
          </a:p>
          <a:p>
            <a:pPr algn="ctr"/>
            <a:br>
              <a:rPr lang="en-IN" sz="2800" dirty="0"/>
            </a:br>
            <a:r>
              <a:rPr lang="en-US" sz="2800" b="1" i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SUBSTITUTION VS TRANSPOSITION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1739" y="-104530"/>
            <a:ext cx="10058400" cy="1450757"/>
          </a:xfrm>
        </p:spPr>
        <p:txBody>
          <a:bodyPr/>
          <a:lstStyle/>
          <a:p>
            <a:pPr algn="ctr"/>
            <a:r>
              <a:rPr lang="en-US" b="1" dirty="0"/>
              <a:t>What is CRYPTOGRAPHY….?</a:t>
            </a:r>
            <a:endParaRPr lang="en-IN" dirty="0">
              <a:solidFill>
                <a:srgbClr val="FF0000"/>
              </a:solidFill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2760" y="2049145"/>
            <a:ext cx="8148822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1797030" y="5403215"/>
            <a:ext cx="249555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alt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AF47DFD-D9A4-A40F-171D-16C67C071E8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09124" y="1715998"/>
            <a:ext cx="11573749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technique of protecting information by converting it into a secure format.</a:t>
            </a:r>
          </a:p>
          <a:p>
            <a:pPr lvl="0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prevent unauthorized people from accessing confidential information.</a:t>
            </a: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Plaintext: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original readable message.</a:t>
            </a: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Ciphertext: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encrypted, unreadable message.</a:t>
            </a: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process of converting plaintext into ciphertext.</a:t>
            </a: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Decryption: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process of converting ciphertext back into plaintext.</a:t>
            </a: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 and Transposition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two basic techniques used in classical cryptography.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57694C-D0E4-1019-4B65-E6B941AFCCE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 bwMode="auto">
          <a:xfrm>
            <a:off x="107233" y="117196"/>
            <a:ext cx="1181207" cy="1342883"/>
          </a:xfrm>
          <a:prstGeom prst="rect">
            <a:avLst/>
          </a:prstGeom>
          <a:noFill/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E2DCC7D1-5CA3-38C8-C72B-FC3623713651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10579737" y="117196"/>
            <a:ext cx="1520114" cy="1342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C204F-1C78-37B2-4967-7BC5FE563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250985"/>
            <a:ext cx="10058400" cy="1450757"/>
          </a:xfrm>
        </p:spPr>
        <p:txBody>
          <a:bodyPr/>
          <a:lstStyle/>
          <a:p>
            <a:pPr algn="ctr"/>
            <a:r>
              <a:rPr lang="en-US" dirty="0"/>
              <a:t>SUBSTITUTION CIPHER</a:t>
            </a:r>
            <a:endParaRPr lang="en-IN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4" name="AutoShape 2" descr="Automation in Data Analytics: Tech, Stages and Benefits">
            <a:extLst>
              <a:ext uri="{FF2B5EF4-FFF2-40B4-BE49-F238E27FC236}">
                <a16:creationId xmlns:a16="http://schemas.microsoft.com/office/drawing/2014/main" id="{17AC7971-11D5-A1BB-093F-3BD8FD7B4D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6DBAF1-88A6-54BF-EE7A-A4ADF0A25FB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107233" y="117196"/>
            <a:ext cx="1181207" cy="1342883"/>
          </a:xfrm>
          <a:prstGeom prst="rect">
            <a:avLst/>
          </a:prstGeom>
          <a:noFill/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56BE9C5B-62D8-7F5F-E22A-91990355037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 bwMode="auto">
          <a:xfrm>
            <a:off x="10579737" y="117196"/>
            <a:ext cx="1520114" cy="1342883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Rectangle 5">
            <a:extLst>
              <a:ext uri="{FF2B5EF4-FFF2-40B4-BE49-F238E27FC236}">
                <a16:creationId xmlns:a16="http://schemas.microsoft.com/office/drawing/2014/main" id="{CFF9E4EE-40CB-BAE8-A6E9-7493C9B7E4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1824" y="2520488"/>
            <a:ext cx="12113151" cy="2957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substitution cipher is a cryptographic technique in which each letter or character in the original message is replaced with another letter or character according to a specific rule or key. It is used to convert readable text into secret text to protect information from unauthorized access.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Plaintext: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HELLO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Ciphertext: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KHOOR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4E5F567-FC65-851C-5B51-3D64AC6C2983}"/>
                  </a:ext>
                </a:extLst>
              </p14:cNvPr>
              <p14:cNvContentPartPr/>
              <p14:nvPr/>
            </p14:nvContentPartPr>
            <p14:xfrm>
              <a:off x="542009" y="1658478"/>
              <a:ext cx="1953000" cy="1933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4E5F567-FC65-851C-5B51-3D64AC6C298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5889" y="1652358"/>
                <a:ext cx="196524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39D7641-0D5F-ECEC-1DE6-BC8445083D49}"/>
                  </a:ext>
                </a:extLst>
              </p14:cNvPr>
              <p14:cNvContentPartPr/>
              <p14:nvPr/>
            </p14:nvContentPartPr>
            <p14:xfrm>
              <a:off x="1392689" y="978078"/>
              <a:ext cx="6840" cy="46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39D7641-0D5F-ECEC-1DE6-BC8445083D4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38689" y="870438"/>
                <a:ext cx="114480" cy="22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89939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FCDB3-6890-B743-0DC8-D60434719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Transposition Cipher</a:t>
            </a:r>
            <a:endParaRPr lang="en-IN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B58FD-DF01-2B80-5B84-B218FE08C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778" y="1908845"/>
            <a:ext cx="11823404" cy="4023360"/>
          </a:xfrm>
        </p:spPr>
        <p:txBody>
          <a:bodyPr>
            <a:no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transposition cipher is a cryptographic technique in which the positions of letters in the original message are rearranged according to a specific rule or key. The letters remain the same, but their order changes to create an encrypted message.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Plaintext: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ABCD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Ciphertext: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CADB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0F9491-B361-BD75-7C7C-E3A91544CA6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 bwMode="auto">
          <a:xfrm>
            <a:off x="107233" y="117196"/>
            <a:ext cx="1181207" cy="1342883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EE0F77-8246-A311-0F5B-9543E52C373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10579737" y="117196"/>
            <a:ext cx="1520114" cy="13428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7871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TYPES OF SUBSTITUTION CIPHER</a:t>
            </a:r>
            <a:endParaRPr lang="en-IN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877A397-0C67-2FC4-E17B-B714154B7F3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340173" y="1700606"/>
            <a:ext cx="4473092" cy="3946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ClrTx/>
              <a:buSzTx/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 CIPHER</a:t>
            </a:r>
          </a:p>
          <a:p>
            <a:pPr marL="0" indent="0">
              <a:buClrTx/>
              <a:buSzTx/>
              <a:buFontTx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Caeser cipher</a:t>
            </a:r>
          </a:p>
          <a:p>
            <a:pPr marL="0" indent="0">
              <a:buClrTx/>
              <a:buSzTx/>
              <a:buFontTx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Monoalphabetic cipher</a:t>
            </a:r>
          </a:p>
          <a:p>
            <a:pPr marL="0" indent="0">
              <a:buClrTx/>
              <a:buSzTx/>
              <a:buFontTx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Playfair cipher</a:t>
            </a:r>
          </a:p>
          <a:p>
            <a:pPr marL="0" indent="0">
              <a:buClrTx/>
              <a:buSzTx/>
              <a:buFontTx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Hill cipher</a:t>
            </a:r>
          </a:p>
          <a:p>
            <a:pPr marL="0" indent="0">
              <a:buClrTx/>
              <a:buSzTx/>
              <a:buFontTx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Polyalphabetic cipher</a:t>
            </a:r>
          </a:p>
          <a:p>
            <a:pPr marL="0" indent="0">
              <a:buClrTx/>
              <a:buSzTx/>
              <a:buFontTx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Affine cipher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E599904-4954-0E45-8A47-C5E6EFA43CE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686316" y="1737360"/>
            <a:ext cx="6505684" cy="308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TRANSPOSITION CIPHER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Rail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Fense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cipher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transposition cipher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FE3E56-0164-C6A1-7E46-E8E35BB0193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107233" y="117196"/>
            <a:ext cx="1181207" cy="1342883"/>
          </a:xfrm>
          <a:prstGeom prst="rect">
            <a:avLst/>
          </a:prstGeom>
          <a:noFill/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DF3634F6-263E-7AFF-5750-7B9F1CC535B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 bwMode="auto">
          <a:xfrm>
            <a:off x="10579737" y="117196"/>
            <a:ext cx="1520114" cy="1342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0"/>
            <a:ext cx="9677400" cy="1450757"/>
          </a:xfrm>
        </p:spPr>
        <p:txBody>
          <a:bodyPr>
            <a:normAutofit/>
          </a:bodyPr>
          <a:lstStyle/>
          <a:p>
            <a:pPr algn="ctr"/>
            <a:r>
              <a:rPr lang="en-IN" sz="3600" dirty="0"/>
              <a:t>SUBSTITUTION VS TRANSPOSITION</a:t>
            </a:r>
            <a:endParaRPr lang="en-IN" sz="3600" dirty="0">
              <a:solidFill>
                <a:srgbClr val="FF0000"/>
              </a:solidFill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1BFE4A2-4896-938C-A727-1E9C5AC14A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8829528"/>
              </p:ext>
            </p:extLst>
          </p:nvPr>
        </p:nvGraphicFramePr>
        <p:xfrm>
          <a:off x="644236" y="1839191"/>
          <a:ext cx="11357264" cy="40940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78632">
                  <a:extLst>
                    <a:ext uri="{9D8B030D-6E8A-4147-A177-3AD203B41FA5}">
                      <a16:colId xmlns:a16="http://schemas.microsoft.com/office/drawing/2014/main" val="570029320"/>
                    </a:ext>
                  </a:extLst>
                </a:gridCol>
                <a:gridCol w="5678632">
                  <a:extLst>
                    <a:ext uri="{9D8B030D-6E8A-4147-A177-3AD203B41FA5}">
                      <a16:colId xmlns:a16="http://schemas.microsoft.com/office/drawing/2014/main" val="3930742397"/>
                    </a:ext>
                  </a:extLst>
                </a:gridCol>
              </a:tblGrid>
              <a:tr h="682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Substitution Cipher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Transposition Cipher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3043722"/>
                  </a:ext>
                </a:extLst>
              </a:tr>
              <a:tr h="682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Replaces letters with other letters.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Rearranges the positions of letters.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4909085"/>
                  </a:ext>
                </a:extLst>
              </a:tr>
              <a:tr h="682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Letters are changed.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Letters remain the same.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112405"/>
                  </a:ext>
                </a:extLst>
              </a:tr>
              <a:tr h="682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Letter positions generally remain unchanged.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Letter positions are changed.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8865744"/>
                  </a:ext>
                </a:extLst>
              </a:tr>
              <a:tr h="682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Example: HELLO → KHOOR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Example: ABCD → CADB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6026173"/>
                  </a:ext>
                </a:extLst>
              </a:tr>
              <a:tr h="682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Caesar Cipher is an example.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Rail Fence Cipher is an example.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3466446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A1101004-6929-CCE1-B169-3D7FACC5711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107233" y="117196"/>
            <a:ext cx="1181207" cy="1342883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671C45-B27D-983F-7B0C-38D418167F0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 bwMode="auto">
          <a:xfrm>
            <a:off x="10579737" y="117196"/>
            <a:ext cx="1520114" cy="1342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450757"/>
          </a:xfrm>
        </p:spPr>
        <p:txBody>
          <a:bodyPr>
            <a:normAutofit/>
          </a:bodyPr>
          <a:lstStyle/>
          <a:p>
            <a:pPr algn="ctr"/>
            <a:r>
              <a:rPr lang="en-IN" sz="3600" dirty="0"/>
              <a:t>ADVANTAGES AND DISADVANTAGES</a:t>
            </a:r>
            <a:endParaRPr lang="en-IN" sz="3600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1845717"/>
            <a:ext cx="6045200" cy="4232966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 Cipher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understand and implement.</a:t>
            </a:r>
          </a:p>
          <a:p>
            <a:pPr lvl="0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method of encrypting messages.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secure against modern attacks.</a:t>
            </a:r>
          </a:p>
          <a:p>
            <a:pPr lvl="0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broken using frequency analysis.</a:t>
            </a:r>
          </a:p>
          <a:p>
            <a:pPr algn="ctr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6B7F1C-E6B1-239B-8C19-C2899856522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 bwMode="auto">
          <a:xfrm>
            <a:off x="107233" y="117196"/>
            <a:ext cx="1181207" cy="1342883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3D2E8C-A56F-8E44-F106-4C08C9F64083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10579737" y="117196"/>
            <a:ext cx="1520114" cy="134288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8BBE4D-2699-FEE3-481E-3533B32DBF9B}"/>
              </a:ext>
            </a:extLst>
          </p:cNvPr>
          <p:cNvSpPr txBox="1"/>
          <p:nvPr/>
        </p:nvSpPr>
        <p:spPr>
          <a:xfrm>
            <a:off x="6299200" y="1855039"/>
            <a:ext cx="662621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" indent="-91440"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Transposition Cipher</a:t>
            </a:r>
          </a:p>
          <a:p>
            <a:pPr marL="91440" indent="-91440"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" indent="-91440"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understand and use.</a:t>
            </a:r>
          </a:p>
          <a:p>
            <a:pPr marL="91440" indent="-91440"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Keeps the original letters unchanged.</a:t>
            </a:r>
          </a:p>
          <a:p>
            <a:pPr marL="91440" indent="-91440"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" indent="-91440"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broken if the rearrangement pattern is discovered.</a:t>
            </a:r>
          </a:p>
          <a:p>
            <a:pPr marL="91440" indent="-91440"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limited security when used alone.</a:t>
            </a:r>
          </a:p>
          <a:p>
            <a:endParaRPr lang="en-IN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CONCLUSION</a:t>
            </a:r>
            <a:endParaRPr lang="en-IN" altLang="en-US" dirty="0">
              <a:solidFill>
                <a:srgbClr val="FF0000"/>
              </a:solidFill>
              <a:latin typeface="Algerian" panose="04020705040A02060702" pitchFamily="82" charset="0"/>
              <a:cs typeface="Algerian" panose="04020705040A02060702" pitchFamily="8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2B0D0C4-E5BB-6924-36E2-0CC5EB82BB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04240" y="1853161"/>
            <a:ext cx="9610607" cy="4480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 and transposition are two basic techniques of classical cryptography used to encrypt messages.</a:t>
            </a: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replaces letters with other letters.</a:t>
            </a: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Transposition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rearranges the positions of letters.</a:t>
            </a:r>
          </a:p>
          <a:p>
            <a:pPr lvl="0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techniques help protect information by hiding the original message.</a:t>
            </a:r>
          </a:p>
          <a:p>
            <a:pPr lvl="0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methods are useful for understanding the basic concepts of encryption and decryption.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964813-6C9B-F550-7807-8987CC487C9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107233" y="117196"/>
            <a:ext cx="1181207" cy="1342883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8ED296F-6D3D-0A06-7C12-E2C0522A1E8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 bwMode="auto">
          <a:xfrm>
            <a:off x="10579737" y="117196"/>
            <a:ext cx="1520114" cy="1342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159760" y="2512814"/>
            <a:ext cx="6096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800" b="1" spc="-90" dirty="0">
                <a:solidFill>
                  <a:srgbClr val="FF0000"/>
                </a:solidFill>
                <a:latin typeface="Algerian" panose="04020705040A02060702" pitchFamily="82" charset="0"/>
              </a:rPr>
              <a:t>Thank</a:t>
            </a:r>
            <a:r>
              <a:rPr lang="en-IN" sz="8800" b="1" spc="-180" dirty="0">
                <a:solidFill>
                  <a:srgbClr val="FF0000"/>
                </a:solidFill>
                <a:latin typeface="Algerian" panose="04020705040A02060702" pitchFamily="82" charset="0"/>
              </a:rPr>
              <a:t> </a:t>
            </a:r>
            <a:r>
              <a:rPr lang="en-IN" sz="8800" b="1" spc="-145" dirty="0">
                <a:solidFill>
                  <a:srgbClr val="FF0000"/>
                </a:solidFill>
                <a:latin typeface="Algerian" panose="04020705040A02060702" pitchFamily="82" charset="0"/>
              </a:rPr>
              <a:t>You</a:t>
            </a:r>
            <a:endParaRPr lang="en-IN" sz="8800" b="1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851</TotalTime>
  <Words>432</Words>
  <Application>Microsoft Office PowerPoint</Application>
  <PresentationFormat>Widescreen</PresentationFormat>
  <Paragraphs>72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Algerian</vt:lpstr>
      <vt:lpstr>Aptos</vt:lpstr>
      <vt:lpstr>Arial</vt:lpstr>
      <vt:lpstr>Calibri</vt:lpstr>
      <vt:lpstr>Calibri Light</vt:lpstr>
      <vt:lpstr>Times New Roman</vt:lpstr>
      <vt:lpstr>Retrospect</vt:lpstr>
      <vt:lpstr>PowerPoint Presentation</vt:lpstr>
      <vt:lpstr>What is CRYPTOGRAPHY….?</vt:lpstr>
      <vt:lpstr>SUBSTITUTION CIPHER</vt:lpstr>
      <vt:lpstr>Transposition Cipher</vt:lpstr>
      <vt:lpstr>TYPES OF SUBSTITUTION CIPHER</vt:lpstr>
      <vt:lpstr>SUBSTITUTION VS TRANSPOSITION</vt:lpstr>
      <vt:lpstr>ADVANTAGES AND DISADVANTAGES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ROOBINI S</dc:creator>
  <cp:lastModifiedBy>Shagithiyan N</cp:lastModifiedBy>
  <cp:revision>27</cp:revision>
  <dcterms:created xsi:type="dcterms:W3CDTF">2025-10-16T16:01:00Z</dcterms:created>
  <dcterms:modified xsi:type="dcterms:W3CDTF">2026-10-20T07:52:28Z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898C62635838400583B5C71DA8CCA10F_13</vt:lpwstr>
  </property>
  <property fmtid="{D5CDD505-2E9C-101B-9397-08002B2CF9AE}" pid="3" name="KSOProductBuildVer">
    <vt:lpwstr>1033-12.2.0.23155</vt:lpwstr>
  </property>
</Properties>
</file>